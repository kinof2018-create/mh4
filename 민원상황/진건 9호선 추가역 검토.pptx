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기태 김" userId="a0b077ce2e0caad7" providerId="LiveId" clId="{82FE11A6-59BF-486C-BFC0-B894E7130A0E}"/>
    <pc:docChg chg="modSld sldOrd">
      <pc:chgData name="기태 김" userId="a0b077ce2e0caad7" providerId="LiveId" clId="{82FE11A6-59BF-486C-BFC0-B894E7130A0E}" dt="2026-08-10T22:45:11.010" v="1"/>
      <pc:docMkLst>
        <pc:docMk/>
      </pc:docMkLst>
      <pc:sldChg chg="ord">
        <pc:chgData name="기태 김" userId="a0b077ce2e0caad7" providerId="LiveId" clId="{82FE11A6-59BF-486C-BFC0-B894E7130A0E}" dt="2026-08-10T22:45:11.010" v="1"/>
        <pc:sldMkLst>
          <pc:docMk/>
          <pc:sldMk cId="384353447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6C8B6-B8A9-2A70-CA2C-A65517331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863669-568B-CE35-7A3E-2D3AC9D33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01B59B-360F-C9C0-FE9D-E9D86D19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C6D2E7-97CA-F2D2-916B-42AC76E4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87D9E4-C918-DECD-5457-9EF5ED32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10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EA69C-6005-5CC1-07F2-05F20A7F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AD95FF-A7AD-8886-49F5-0D08028A7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87EDB9-F99D-66D4-9642-E6788A5D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0CAEE-7A68-1193-AC69-AEE132C4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16DD9F-8C11-D697-AA9B-A5DE2FE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67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E83A4-20C0-62CC-D25F-8D467B7D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56CC57-CB1D-23E3-E37C-1B6859386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A33424-BD20-2470-80A7-014EA9CD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E78CA-070B-30FD-06E0-9062E626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85EF83-8C80-A939-673E-72DF4451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51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BA1AC-F7EA-7B23-D071-6F08695E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C4FDB8-D0FC-B898-052C-833708B3B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76622-1FEF-BAD2-9F6D-D9C5AA077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4C44F8-261D-7F7E-B73B-BE946565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418FA1-50E7-AD3D-20B9-3891D940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8ADBBA-3FCB-5DAE-EC94-390720A4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6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5F7CC-667E-4363-2ECC-4262D8F9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874758-4823-2CF2-0444-743A98B2C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8B32A8-F107-0D84-F90D-24E1FCEC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D8D173-5166-82ED-D266-D2DA4C804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68166A-68D0-5F66-8645-029BD1734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6A4C32-10E4-EDB8-8C10-F54801EE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19D446-09F5-55F4-5DB7-D9CEEBB7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F7297A-A136-DA36-324E-343CAD09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55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10E7C-5247-F94B-A175-A920663C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E7B00F-A6C0-D8EA-D6EB-D14401B7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347406-2521-F8EF-A170-978C50EA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45B95F-9E43-B5AE-CE3F-DEE8FA5D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81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EB7403-3599-0554-825D-75D8FA64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E97548-3FA9-DD34-0456-2A61E562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F6C522-7C72-ED1C-0203-9A493A3C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3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32E57-4C9E-41EF-FF3F-F864D549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3C39DB-589B-A1BD-6BDF-29F76333A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8C995C-BA15-9488-AC39-41EB9451A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4C3842-A3D3-A8D0-68CE-4E2917B3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4A70F2-42D9-D9B4-F472-2AB8FBD3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290E2B-1857-9BD0-3342-71A9BD8C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23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F3177-A404-43B5-110D-F60601B1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B19C94-04B5-D7DB-17EC-2830E1C67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051D7E-4582-6075-63F9-FA60FA1FE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272325-02D8-6502-9692-74F5D2FC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BF4C-947D-B610-67A5-6FC90CDF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0708CB-3ECB-5428-6370-0F752C03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95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52BE1-F8A0-7FAD-CF21-47D218BD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FA5038-35CC-B730-80DE-BAFED6445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32A2A5-B761-3704-D963-0C1B406C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8C6D8-E0A4-3B8D-6382-628D23E1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DC3F0-E61A-DF86-A51D-14187770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9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25EB52-A73C-9734-D344-99665A7A8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59E99E-1220-51AB-3080-2A02B3D4E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97929-7535-2717-CA70-8FB2274B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1C501A-15E4-B98F-92CE-2FCC7FAC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148D3B-D5B9-1F18-A7E5-53543234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33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1B2910-897A-523E-1FF5-67EA81B6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A284FD-8514-B387-7223-5A7BCA7B1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7DDD8-B593-EC7C-118E-0382081D7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B8687-8CDF-4A4A-8577-09B651FDD972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5B2D52-0080-8E21-3FDF-0FE9DD740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C1E43E-7D9F-5CEF-DB9B-C1ACF439B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66B5C-5C76-4470-ADF2-47431B922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53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A597-1875-F029-691A-17E6347C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1FC18A1-83C7-9BAA-7510-D8CF896B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-100013"/>
            <a:ext cx="9572625" cy="69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3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E0787-FD73-65FE-3D7F-731781877D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A3BB42-298B-58ED-7B47-1113C9E08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4B9A71-595E-D4A3-608E-B939F920E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73" y="0"/>
            <a:ext cx="11130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4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기태 김</dc:creator>
  <cp:lastModifiedBy>기태 김</cp:lastModifiedBy>
  <cp:revision>1</cp:revision>
  <dcterms:created xsi:type="dcterms:W3CDTF">2026-08-10T22:43:37Z</dcterms:created>
  <dcterms:modified xsi:type="dcterms:W3CDTF">2026-08-10T22:45:14Z</dcterms:modified>
</cp:coreProperties>
</file>